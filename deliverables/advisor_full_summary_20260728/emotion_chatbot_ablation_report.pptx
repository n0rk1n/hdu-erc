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6ed7234eb459e" /><Relationship Type="http://schemas.openxmlformats.org/officeDocument/2006/relationships/extended-properties" Target="/docProps/app.xml" Id="R678f883f7a974cf4" /><Relationship Type="http://schemas.openxmlformats.org/officeDocument/2006/relationships/officeDocument" Target="/ppt/presentation.xml" Id="Re2c989f737c4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0f5d2290304d11"/>
  </p:sldMasterIdLst>
  <p:notesMasterIdLst>
    <p:notesMasterId xmlns:r="http://schemas.openxmlformats.org/officeDocument/2006/relationships" r:id="R95c2df64b934495b"/>
  </p:notesMasterIdLst>
  <p:sldIdLst>
    <p:sldId xmlns:r="http://schemas.openxmlformats.org/officeDocument/2006/relationships" id="256" r:id="Rc27fb08eadd14f0e"/>
    <p:sldId xmlns:r="http://schemas.openxmlformats.org/officeDocument/2006/relationships" id="257" r:id="R49be44549dfe44bd"/>
    <p:sldId xmlns:r="http://schemas.openxmlformats.org/officeDocument/2006/relationships" id="258" r:id="R162ed4321584436c"/>
    <p:sldId xmlns:r="http://schemas.openxmlformats.org/officeDocument/2006/relationships" id="259" r:id="R7ebff0bff7734294"/>
    <p:sldId xmlns:r="http://schemas.openxmlformats.org/officeDocument/2006/relationships" id="260" r:id="R67261e17906649e8"/>
    <p:sldId xmlns:r="http://schemas.openxmlformats.org/officeDocument/2006/relationships" id="261" r:id="Rba848224bc954c7e"/>
    <p:sldId xmlns:r="http://schemas.openxmlformats.org/officeDocument/2006/relationships" id="262" r:id="Rd969d7a43c19426c"/>
    <p:sldId xmlns:r="http://schemas.openxmlformats.org/officeDocument/2006/relationships" id="263" r:id="Reb9572bda8d24765"/>
    <p:sldId xmlns:r="http://schemas.openxmlformats.org/officeDocument/2006/relationships" id="264" r:id="R013f1a06c7114f10"/>
    <p:sldId xmlns:r="http://schemas.openxmlformats.org/officeDocument/2006/relationships" id="265" r:id="Rb136304b365c4b76"/>
    <p:sldId xmlns:r="http://schemas.openxmlformats.org/officeDocument/2006/relationships" id="266" r:id="R0c110d4494c3400c"/>
    <p:sldId xmlns:r="http://schemas.openxmlformats.org/officeDocument/2006/relationships" id="267" r:id="R09247d1a8dce46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28f34c5d3549ad" /><Relationship Type="http://schemas.openxmlformats.org/officeDocument/2006/relationships/slideMaster" Target="/ppt/slideMasters/slideMaster1.xml" Id="R470f5d2290304d11" /><Relationship Type="http://schemas.openxmlformats.org/officeDocument/2006/relationships/notesMaster" Target="/ppt/notesMasters/notesMaster1.xml" Id="R95c2df64b934495b" /><Relationship Type="http://schemas.openxmlformats.org/officeDocument/2006/relationships/presProps" Target="/ppt/presProps.xml" Id="Ra1298e103ba64aac" /><Relationship Type="http://schemas.openxmlformats.org/officeDocument/2006/relationships/tableStyles" Target="/ppt/tableStyles.xml" Id="R4cf6651864f04e0d" /><Relationship Type="http://schemas.openxmlformats.org/officeDocument/2006/relationships/slide" Target="/ppt/slides/slide1.xml" Id="Rc27fb08eadd14f0e" /><Relationship Type="http://schemas.openxmlformats.org/officeDocument/2006/relationships/slide" Target="/ppt/slides/slide2.xml" Id="R49be44549dfe44bd" /><Relationship Type="http://schemas.openxmlformats.org/officeDocument/2006/relationships/slide" Target="/ppt/slides/slide3.xml" Id="R162ed4321584436c" /><Relationship Type="http://schemas.openxmlformats.org/officeDocument/2006/relationships/slide" Target="/ppt/slides/slide4.xml" Id="R7ebff0bff7734294" /><Relationship Type="http://schemas.openxmlformats.org/officeDocument/2006/relationships/slide" Target="/ppt/slides/slide5.xml" Id="R67261e17906649e8" /><Relationship Type="http://schemas.openxmlformats.org/officeDocument/2006/relationships/slide" Target="/ppt/slides/slide6.xml" Id="Rba848224bc954c7e" /><Relationship Type="http://schemas.openxmlformats.org/officeDocument/2006/relationships/slide" Target="/ppt/slides/slide7.xml" Id="Rd969d7a43c19426c" /><Relationship Type="http://schemas.openxmlformats.org/officeDocument/2006/relationships/slide" Target="/ppt/slides/slide8.xml" Id="Reb9572bda8d24765" /><Relationship Type="http://schemas.openxmlformats.org/officeDocument/2006/relationships/slide" Target="/ppt/slides/slide9.xml" Id="R013f1a06c7114f10" /><Relationship Type="http://schemas.openxmlformats.org/officeDocument/2006/relationships/slide" Target="/ppt/slides/slide10.xml" Id="Rb136304b365c4b76" /><Relationship Type="http://schemas.openxmlformats.org/officeDocument/2006/relationships/slide" Target="/ppt/slides/slide11.xml" Id="R0c110d4494c3400c" /><Relationship Type="http://schemas.openxmlformats.org/officeDocument/2006/relationships/slide" Target="/ppt/slides/slide12.xml" Id="R09247d1a8dce46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1cc8fd65842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acb3265edb41ea" /><Relationship Type="http://schemas.openxmlformats.org/officeDocument/2006/relationships/notesMaster" Target="/ppt/notesMasters/notesMaster1.xml" Id="Rf870e67d5780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cb327294a24cd8" /><Relationship Type="http://schemas.openxmlformats.org/officeDocument/2006/relationships/notesMaster" Target="/ppt/notesMasters/notesMaster1.xml" Id="R60d5ef95e9ae4e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9091518444761" /><Relationship Type="http://schemas.openxmlformats.org/officeDocument/2006/relationships/notesMaster" Target="/ppt/notesMasters/notesMaster1.xml" Id="R9a6ed7ccb5b2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3edaa3a78455e" /><Relationship Type="http://schemas.openxmlformats.org/officeDocument/2006/relationships/notesMaster" Target="/ppt/notesMasters/notesMaster1.xml" Id="Rf1e66d64e3b0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bbbf5dea5749cc" /><Relationship Type="http://schemas.openxmlformats.org/officeDocument/2006/relationships/notesMaster" Target="/ppt/notesMasters/notesMaster1.xml" Id="R886f18a15d924e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b46056d1d48ba" /><Relationship Type="http://schemas.openxmlformats.org/officeDocument/2006/relationships/notesMaster" Target="/ppt/notesMasters/notesMaster1.xml" Id="R6dce08daca1a4e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a1cf1c7447472e" /><Relationship Type="http://schemas.openxmlformats.org/officeDocument/2006/relationships/notesMaster" Target="/ppt/notesMasters/notesMaster1.xml" Id="R9e854b9c58944a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582fc422e645d3" /><Relationship Type="http://schemas.openxmlformats.org/officeDocument/2006/relationships/notesMaster" Target="/ppt/notesMasters/notesMaster1.xml" Id="R6fc77f56e555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b5220efde0444d" /><Relationship Type="http://schemas.openxmlformats.org/officeDocument/2006/relationships/notesMaster" Target="/ppt/notesMasters/notesMaster1.xml" Id="R506270a369bf4e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12747501ae4cf2" /><Relationship Type="http://schemas.openxmlformats.org/officeDocument/2006/relationships/notesMaster" Target="/ppt/notesMasters/notesMaster1.xml" Id="R70535ff25ac248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814c2f4fb54551" /><Relationship Type="http://schemas.openxmlformats.org/officeDocument/2006/relationships/notesMaster" Target="/ppt/notesMasters/notesMaster1.xml" Id="R5e4039addc2449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e8c7cf67d14b8f" /><Relationship Type="http://schemas.openxmlformats.org/officeDocument/2006/relationships/notesMaster" Target="/ppt/notesMasters/notesMaster1.xml" Id="R546284acf348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先交代三条主线：聊天机器人、消融实验、真实数据评测修正。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data/benchmarks/empathetic_dialogues_v1/reports/remediation_report.md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强调项目不是单次聊天调用，而是情绪识别、上下文融合和回复生成的闭环。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README.md:1-68</a:t>
            </a:r>
          </a:p>
          <a:p xmlns:a="http://schemas.openxmlformats.org/drawingml/2006/main">
            <a:r>
              <a:t>- README.md:236-244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说明消融的核心是控制变量，不是简单比较多个 Prompt 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README.md:236-242</a:t>
            </a:r>
          </a:p>
          <a:p xmlns:a="http://schemas.openxmlformats.org/drawingml/2006/main">
            <a:r>
              <a:t>- README.md:323-357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肯定合成数据的工程价值，同时明确它不能作为真实效果的主要证据。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data/benchmarks/emotion_ablation_v2/README.md:3-33</a:t>
            </a:r>
          </a:p>
          <a:p xmlns:a="http://schemas.openxmlformats.org/drawingml/2006/main">
            <a:r>
              <a:t>- data/benchmarks/emotion_ablation_v2/reports/quality_report.md:1-23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逐行解释五组配置，并提醒 zero-shot 不是单变量消融。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README.md:323-357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说明切换数据集是为了提升外部可查性与现实参考性，不是否定合成数据的全部价值。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data/benchmarks/empathetic_dialogues_v1/README.md:3-15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先解释最严重的标签/输入错位，再讲样本覆盖、检索和 no-op 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data/benchmarks/empathetic_dialogues_v1/reports/remediation_report.md:3-29</a:t>
            </a:r>
          </a:p>
          <a:p xmlns:a="http://schemas.openxmlformats.org/drawingml/2006/main">
            <a:r>
              <a:t>- data/benchmarks/empathetic_dialogues_v1/reports/codex_pilot10/report-zh.md:11-24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八项修复按数据、示例、Prompt、检索、抽样、指标和执行有效性依次说明。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data/benchmarks/empathetic_dialogues_v1/reports/remediation_report.md:19-48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强调不是简单换了一个文件，而是重新定义了正式评估、诊断和示例的边界。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data/benchmarks/empathetic_dialogues_v1/README.md:17-38</a:t>
            </a:r>
          </a:p>
          <a:p xmlns:a="http://schemas.openxmlformats.org/drawingml/2006/main">
            <a:r>
              <a:t>- data/benchmarks/empathetic_dialogues_v1/reports/remediation_report.md:31-37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报告方向性结果和置信区间边界；明确不能把修复前后直接解释为 30 个百分点提升。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data/benchmarks/empathetic_dialogues_v1/reports/aligned_pilot32/metrics.csv</a:t>
            </a:r>
          </a:p>
          <a:p xmlns:a="http://schemas.openxmlformats.org/drawingml/2006/main">
            <a:r>
              <a:t>- data/benchmarks/empathetic_dialogues_v1/reports/remediation_report.md:50-64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按成本和证据强度说明近期、中期、后续三层计划。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data/benchmarks/empathetic_dialogues_v1/reports/remediation_report.md:97-102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用三项已完成工作和三阶段后续计划收束，不夸大当前小样本结果。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README.md:476-487</a:t>
            </a:r>
          </a:p>
          <a:p xmlns:a="http://schemas.openxmlformats.org/drawingml/2006/main">
            <a:r>
              <a:t>- data/benchmarks/empathetic_dialogues_v1/reports/remediation_report.md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77ff8f6d841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66972c3cb04e89" /><Relationship Type="http://schemas.openxmlformats.org/officeDocument/2006/relationships/slideLayout" Target="/ppt/slideLayouts/slideLayout1.xml" Id="Rd798ab26a791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98ab26a791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687d9c554178" /><Relationship Type="http://schemas.openxmlformats.org/officeDocument/2006/relationships/notesSlide" Target="/ppt/notesSlides/notesSlide1.xml" Id="R116e5f750ac74d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251538489434a" /><Relationship Type="http://schemas.openxmlformats.org/officeDocument/2006/relationships/notesSlide" Target="/ppt/notesSlides/notesSlide2.xml" Id="R4d3a0d6f25b1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7c0e9d9a141bf" /><Relationship Type="http://schemas.openxmlformats.org/officeDocument/2006/relationships/notesSlide" Target="/ppt/notesSlides/notesSlide3.xml" Id="R9177566b904342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915c21199457c" /><Relationship Type="http://schemas.openxmlformats.org/officeDocument/2006/relationships/notesSlide" Target="/ppt/notesSlides/notesSlide4.xml" Id="R7d545d4ea7204b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112ebdb141b8" /><Relationship Type="http://schemas.openxmlformats.org/officeDocument/2006/relationships/notesSlide" Target="/ppt/notesSlides/notesSlide5.xml" Id="R09a54b87e29f48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b714b62bc4b89" /><Relationship Type="http://schemas.openxmlformats.org/officeDocument/2006/relationships/notesSlide" Target="/ppt/notesSlides/notesSlide6.xml" Id="Raf5a0d9db8684b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915041f7845d1" /><Relationship Type="http://schemas.openxmlformats.org/officeDocument/2006/relationships/notesSlide" Target="/ppt/notesSlides/notesSlide7.xml" Id="Ra9300adc5faa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9ba590494098" /><Relationship Type="http://schemas.openxmlformats.org/officeDocument/2006/relationships/notesSlide" Target="/ppt/notesSlides/notesSlide8.xml" Id="Rd0b2c9b964d64a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c69abf11f471e" /><Relationship Type="http://schemas.openxmlformats.org/officeDocument/2006/relationships/notesSlide" Target="/ppt/notesSlides/notesSlide9.xml" Id="R915157aff48743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7083d005143ed" /><Relationship Type="http://schemas.openxmlformats.org/officeDocument/2006/relationships/chart" Target="/ppt/slides/charts/chart1.xml" Id="R7ad70907d2174216" /><Relationship Type="http://schemas.openxmlformats.org/officeDocument/2006/relationships/notesSlide" Target="/ppt/notesSlides/notesSlide10.xml" Id="R5721fba1b13f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4350d467c4d20" /><Relationship Type="http://schemas.openxmlformats.org/officeDocument/2006/relationships/notesSlide" Target="/ppt/notesSlides/notesSlide11.xml" Id="R9fb6865ae26241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e4a7ddc0941ec" /><Relationship Type="http://schemas.openxmlformats.org/officeDocument/2006/relationships/notesSlide" Target="/ppt/notesSlides/notesSlide12.xml" Id="R8363fa6edf3347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Exact 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完整方案</c:v>
              </c:pt>
              <c:pt idx="1">
                <c:v>静态示例</c:v>
              </c:pt>
              <c:pt idx="2">
                <c:v>Zero-shot</c:v>
              </c:pt>
            </c:strLit>
          </c:cat>
          <c:val>
            <c:numLit>
              <c:formatCode>General</c:formatCode>
              <c:ptCount val="3"/>
              <c:pt idx="0">
                <c:v>59.38</c:v>
              </c:pt>
              <c:pt idx="1">
                <c:v>56.25</c:v>
              </c:pt>
              <c:pt idx="2">
                <c:v>56.25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5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6A95447-0A48-4954-931D-EC45F29F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情绪感知聊天机器人
与消融实验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A26369B-76EC-42B3-A483-D317058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从合成数据到开源真实数据的评测修正
2026.07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CE0BEA7-27BC-4AD9-AC5B-8E69BEC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研究汇报</a:t>
            </a:r>
          </a:p>
        </p:txBody>
      </p:sp>
    </p:spTree>
    <p:extLst>
      <p:ext uri="{BB962C8B-B14F-4D97-AF65-F5344CB8AC3E}">
        <p14:creationId xmlns:p14="http://schemas.microsoft.com/office/powerpoint/2010/main" val="1260657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C6CBF56-4CCB-4171-8E73-4D78916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6E2CADC-A916-4E51-B184-6BF050DD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聊天机器人形成了“识别—融合—回复”的闭环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43EFAF2-AB17-4FF0-82B5-D7B5B12A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1A3E4AA-3F2D-422B-ABC2-B2723435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5CE72FF-1887-4DE2-86B7-38FD376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C96D854-FD29-4D74-9DA5-DB85A5C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输入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D78D130-159C-4B52-BFEF-85B1AE7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63B03A6-0BDC-4269-ABDE-92E74E2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回复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22B5BCB-265C-4D87-9893-F1AD1D2E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情绪识别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 类结构化状态
置信度与证据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31807CB-03FC-46C6-BB93-47EC22D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用户输入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多轮对话
流式 Web 交互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9E3D269A-E3FF-4784-A340-B63E5CD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上下文融合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画像、记忆、安全提示
生成适配回复</a:t>
            </a:r>
          </a:p>
        </p:txBody>
      </p:sp>
    </p:spTree>
    <p:extLst>
      <p:ext uri="{BB962C8B-B14F-4D97-AF65-F5344CB8AC3E}">
        <p14:creationId xmlns:p14="http://schemas.microsoft.com/office/powerpoint/2010/main" val="2045002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9D3398B-2C58-4B99-B450-B150C28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E53091-E001-4845-8FF5-F95593A7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消融实验验证三个可开关组件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01210357-F18E-40FF-B70D-56C19C4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动态 EICL 示例
根据当前输入检索相关 few-shot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8828DE87-5B7B-4F29-88FA-3F55C5A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近期情绪先验
使用最近识别结果辅助判断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005C02C-A88D-4D3B-943E-58525244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多轮上下文
比较默认窗口与最近 1 轮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A40A624A-9849-460A-993D-6DE7562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899AF8AD-F8B9-442B-B504-D8EFFD4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97F3A2CF-8699-4CC3-AD2C-26646B91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435985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F840DEC-AEB4-4B4D-93B0-043DFC3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68BDB8E-A7D5-4C11-B0DF-38E66CDE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3239ABC5-57D4-4F20-9502-6C8689BC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0AB4FCD-688E-485D-AF87-8E4A2AA0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831D182-3248-4F51-8A8F-B16373E6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第一阶段先用合成数据验证实验链路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1BB4AB0-6EF9-4D63-9852-F2FB625B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3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正式合成样本
中文 250 + 英文 250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B86DC94-BA60-467B-A344-E6D30E2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独立人工复标与仲裁
因此只作工程诊断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7011A07-1FF4-4BC8-BF91-965EDDC6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目标情绪类别
两种语言均覆盖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7925F07-CB4F-4005-A005-F227643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0980B0E4-83A5-4B74-B9D9-273ED7D2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5AFA538-0CE1-48F0-B3CE-9D124178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107052F-B04E-4F7F-B8F5-7A0D7C91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Emotion Ablation V2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类别均衡、双语、确定性生成，适合验证数据校验、模型调用和指标统计；但 expected 是生成目标，不是独立人工真值。</a:t>
            </a:r>
          </a:p>
        </p:txBody>
      </p:sp>
    </p:spTree>
    <p:extLst>
      <p:ext uri="{BB962C8B-B14F-4D97-AF65-F5344CB8AC3E}">
        <p14:creationId xmlns:p14="http://schemas.microsoft.com/office/powerpoint/2010/main" val="20196655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1842248-022B-453B-8B27-479730D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BEB07F0-2B85-43B9-8B2E-BE7A7E0B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原始消融设计包含五组对照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D9629250-5D40-43E0-844B-29EECA61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三项控制变量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示例策略、近期情绪先验与上下文长度；zero-shot 同时删除两项因素，属于组合消融。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92B71-FDFE-4A91-9C65-088A8B2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152650"/>
            <a:ext cx="1152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90525" y="2286000"/>
          <a:ext xmlns:a="http://schemas.openxmlformats.org/drawingml/2006/main" cx="11401425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2000250"/>
                <a:gridCol w="1952625"/>
                <a:gridCol w="1952625"/>
                <a:gridCol w="3114675"/>
              </a:tblGrid>
              <a:tr h="6191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Run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示例策略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情绪先验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上下文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验证内容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full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动态示例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开启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默认窗口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完整方案基线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no_dynamic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固定静态示例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开启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默认窗口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动态检索的贡献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no_history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动态示例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关闭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默认窗口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近期情绪先验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short_context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动态示例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开启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最近 1 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多轮上下文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zero_shot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无示例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关闭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默认窗口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组合消融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203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7ED3FEB-FB7F-405F-B831-C539F51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6F73B1E-784B-482B-998A-7702B45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导师质疑推动基准从“可运行”走向“可参考”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C190A8C0-7165-41EF-9E90-31B91DA8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E974E6D-FB14-4E3A-91FF-F7F99C2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合成数据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BA076EF-9AF4-4633-9013-6430152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格式统一、类别均衡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可验证运行链路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缺少独立人工真值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EA31A4B-9AE5-41DD-A982-BAC01A6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2FB5B8-F477-4A5B-A548-1ED55CC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EmpatheticDialogues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B3A7B3E-7B60-4113-A050-DA9235BE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众包参与者人工撰写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约 2.5 万段英文对话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 类与项目逐项一致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08AA4AC-9AF4-49F1-8923-8D01656B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选型结论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合成数据保留作诊断；主基准切换为公开、人工撰写且标签体系一致的数据。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比较过 GoEmotions、CPED、MELD、DailyDialog 与 EmpatheticDialogues。</a:t>
            </a:r>
          </a:p>
        </p:txBody>
      </p:sp>
    </p:spTree>
    <p:extLst>
      <p:ext uri="{BB962C8B-B14F-4D97-AF65-F5344CB8AC3E}">
        <p14:creationId xmlns:p14="http://schemas.microsoft.com/office/powerpoint/2010/main" val="12504518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1321986-A91C-4FC1-B362-C9E5AC1A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9D67B4C-53E2-4E0A-822B-D490C87F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第一次真实数据低准确率，主要是评测问题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B19F3E5B-93CF-47E8-98B8-4291283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375BAE63-43BD-483D-B29A-E541E01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53198EF-2413-4108-8990-F78D833E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覆盖与检索不足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条仅 5 类
few-shot 仅 8/32 类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9C3789-9340-46C8-8A70-AD8088FD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无效消融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no_history 10/10
与 full 同 Prompt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1B4EA8AC-3E5B-442C-AC99-D07E25D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B994EEB-507F-49EE-8CDC-0F0A25B9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8A367909-03F4-4201-BF8F-5B944EA4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A6FB495-9FA5-43A1-9451-D859E69B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标签与输入错位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整段情境标签
误贴到最后一句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A424C56-8CC8-4681-A5E8-8E435976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E65AB56A-5972-443F-9BD9-B1227884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原 pilot：10 条、5 类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Accuracy 约 20%–40%，不能直接归因于模型能力。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评测对象、样本覆盖和消融有效性同时存在偏差。</a:t>
            </a:r>
          </a:p>
        </p:txBody>
      </p:sp>
    </p:spTree>
    <p:extLst>
      <p:ext uri="{BB962C8B-B14F-4D97-AF65-F5344CB8AC3E}">
        <p14:creationId xmlns:p14="http://schemas.microsoft.com/office/powerpoint/2010/main" val="11905664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742D226-A4F5-437A-8407-9F8CD15D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3F64483-BBA0-4A13-AD7F-D329FA1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修复同时覆盖数据、Prompt、检索和指标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1178FDB5-954F-4C49-B818-A1BC0823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检索改进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停用词过滤 + IDF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CEAF7D2-C7D9-40BC-979D-E47E73B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代表性 seed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前 32 条覆盖 32 类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33747975-E333-4499-BACE-5209D76B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诊断指标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Family + 95% CI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64A7E3B-5A32-45E3-81AE-5771A6B5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调用前预检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自动跳过 no-op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560FC9C-34AC-4A22-B025-D5CF9FB7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正式集对齐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改用首轮情境表达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72AA2C64-BC9F-4248-94D3-DF55BC71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弱标签隔离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后续轮次单列诊断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D969D4B7-4B57-441E-BDB9-A1CA3C21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few-shot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 条覆盖 32 类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368131F-B205-430F-8DF3-5496B56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标签定义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补充近邻类别边界</a:t>
            </a:r>
          </a:p>
        </p:txBody>
      </p:sp>
    </p:spTree>
    <p:extLst>
      <p:ext uri="{BB962C8B-B14F-4D97-AF65-F5344CB8AC3E}">
        <p14:creationId xmlns:p14="http://schemas.microsoft.com/office/powerpoint/2010/main" val="12197864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2BE2512-CED2-40C5-9F02-6D2A884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3E3BB5E-17BB-4B1D-9891-FAD6C362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EC90312-9114-4414-A604-9DF67B4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A50ED41-C18D-4571-99A1-43AB59F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F85C97B-B78C-4CCD-B9B6-293AE4F2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新基准把不同用途的数据彻底分开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20A2FE1-CCFA-4868-B4BF-9033829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 test
首轮表达 · 32 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272830B-1155-411C-AB91-8601C04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 / few-shot
每类 2 条 · split 隔离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C7C8E6B-E341-4E94-AB6D-535E811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055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弱标签诊断
后续轮次 · 不计主指标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8009706-4A4D-4C90-A439-7CBE165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2,542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D4C8CF3-7D7E-4A05-92EA-EACA171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2,542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3D0CE31-B6DD-49A5-A138-591CAF84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 / 64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2C65399-FE84-489A-9989-12230E5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清晰的数据边界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正式评估、弱标签诊断和 train few-shot 各自承担不同任务，避免标签错位与测试泄漏。</a:t>
            </a:r>
          </a:p>
        </p:txBody>
      </p:sp>
    </p:spTree>
    <p:extLst>
      <p:ext uri="{BB962C8B-B14F-4D97-AF65-F5344CB8AC3E}">
        <p14:creationId xmlns:p14="http://schemas.microsoft.com/office/powerpoint/2010/main" val="2316542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C92AD6F-2284-494F-8F16-8C70C823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13C5B7-D447-42B5-B0E9-D60F6B3C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修复后准确率约为 56%–59%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F2D7B048-A27F-465A-9199-7C7CC8A7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A669610-46D5-4AA1-850B-5E7D35F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多正确 1 条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59.38% vs 56.25%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307AAFDE-715D-46E4-9E6D-8B82B50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9C41795-D299-4016-9727-547CC08F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32/32 有效预测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三组调用失败均为 0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B6D8A3B5-599A-47FA-AD60-D7C2821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EC0B488B-9A06-4827-8343-5D619CC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仍需谨慎解释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置信区间高度重叠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B110D-2CEE-4C70-BE0B-D2BC579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95375"/>
            <a:ext cx="58102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4953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d70907d217421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C91FC-38D3-4FE4-865E-F1077098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47750"/>
            <a:ext cx="1809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65181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4CAC79B-CBB6-4A68-8FB6-770CD933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59CD076-5F60-4379-9810-82912F6F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下一步分三个层次扩大验证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5FB79F8-1147-4D65-80C8-C77A248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58F1F86-4382-4063-A459-DF62CF23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1E1D163-D3F3-484B-8F2C-D6F1DE7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9F6594A-7ED5-455D-AD98-21BC641A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近期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AAAFA66-B136-4DEF-A25C-DD0682DD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中期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FBDB679-4883-4384-BFD3-510F334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后续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30CBD2D-E1C7-4AD1-A1EB-0CE0CC4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 2,542 条 test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混淆矩阵与类别召回
定位细粒度边界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B9673FB-22D9-4F7C-80F5-5CB95418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 64 条 seed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每类 2 条
继续报告 95% CI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D55FFC1-ADCC-4582-A9B3-B10436E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引入 MELD / CPED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使用逐句人工标签
验证历史与上下文</a:t>
            </a:r>
          </a:p>
        </p:txBody>
      </p:sp>
    </p:spTree>
    <p:extLst>
      <p:ext uri="{BB962C8B-B14F-4D97-AF65-F5344CB8AC3E}">
        <p14:creationId xmlns:p14="http://schemas.microsoft.com/office/powerpoint/2010/main" val="16493098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9188A52-F5E1-43D7-9D66-1C3794A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先把评测做对，
再讨论模型好坏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47B7D6A-FF12-4746-AB9F-D415C5A4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聊天机器人可运行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消融实验可复现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真实数据可追溯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61FA504-161F-4EC1-9321-900608B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815880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2026-07-28T10:51:56.1950000Z</dcterms:created>
  <dcterms:modified xsi:type="dcterms:W3CDTF">2026-07-28T10:51:56.1950000Z</dcterms:modified>
</coreProperties>
</file>